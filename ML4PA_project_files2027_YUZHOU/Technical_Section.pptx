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911.0825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25880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Equivariant Neural Networks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on MNIST &amp; the 6/9 Problem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3840480" cy="868680"/>
          </a:xfrm>
          <a:prstGeom prst="rect">
            <a:avLst/>
          </a:prstGeom>
          <a:solidFill>
            <a:srgbClr val="141A45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794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on rotated/unrotated MNIST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3703320"/>
            <a:ext cx="3840480" cy="868680"/>
          </a:xfrm>
          <a:prstGeom prst="rect">
            <a:avLst/>
          </a:prstGeom>
          <a:solidFill>
            <a:srgbClr val="141A45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3794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6/9 problem &amp; group restriction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Setup: 4 Models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 models, and evaluate on unrotated MNIST / rotated MNIST.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1463040"/>
          </a:xfrm>
          <a:prstGeom prst="rect">
            <a:avLst/>
          </a:prstGeom>
          <a:solidFill>
            <a:srgbClr val="F5F7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trained on unrotated MNIST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trained on rotated MNIST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3931920" cy="1463040"/>
          </a:xfrm>
          <a:prstGeom prst="rect">
            <a:avLst/>
          </a:prstGeom>
          <a:solidFill>
            <a:srgbClr val="F5F7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C₄ ENN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2040" y="2240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trained on unrotated MNIST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trained on rotated MNIST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trained model is evaluated on BOTH unrotated MNIST and rotated MNIST.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EEF3FF"/>
          </a:solidFill>
          <a:ln w="9525">
            <a:solidFill>
              <a:srgbClr val="5B7E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822192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NOTE TO REPORTER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4041648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2F4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parts are necessary background — in the actual report some parts can be omitted accordingly.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General E(2)-Equivariant Steerable CNNs — arxiv.org/abs/1911.08251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&amp;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86868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868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C₄ ENN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C₄: the C₄ group.   ENN: Equivariance Neural Network.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206240" cy="86868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73152" cy="868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of handwritten-digit pictures, each labeled with the digit it shows. Both train and test data included.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206240" cy="86868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00400"/>
            <a:ext cx="73152" cy="868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train/test, the picture was rotated in advance.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trained model: test the accuracy of correctly distinguishing the digit given a test picture.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606040"/>
            <a:ext cx="3840480" cy="1417320"/>
          </a:xfrm>
          <a:prstGeom prst="rect">
            <a:avLst/>
          </a:prstGeom>
          <a:solidFill>
            <a:srgbClr val="F4E3DF"/>
          </a:solidFill>
          <a:ln w="9525">
            <a:solidFill>
              <a:srgbClr val="D9B4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Footnote: why C₄?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971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grid ℤ², only subgroups of D₄ are exact symmetries.   (ref: chap. 2.8)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EF3FF"/>
          </a:solidFill>
          <a:ln w="9525">
            <a:solidFill>
              <a:srgbClr val="5B7E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370832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NOTE TO REPORTER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4590288"/>
            <a:ext cx="8010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2F4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slides — can be skipped or compressed when integrating into the final deck.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MAIN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① — CNN vs C₄ ENN, both trained on rotated MNIST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rotated MNIST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749040" cy="1828800"/>
          </a:xfrm>
          <a:prstGeom prst="rect">
            <a:avLst/>
          </a:prstGeom>
          <a:solidFill>
            <a:srgbClr val="F5F7FB"/>
          </a:solidFill>
          <a:ln w="12700">
            <a:solidFill>
              <a:srgbClr val="D6DE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 (train rot)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96.65%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rotated MNIST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3749040" cy="1828800"/>
          </a:xfrm>
          <a:prstGeom prst="rect">
            <a:avLst/>
          </a:prstGeom>
          <a:solidFill>
            <a:srgbClr val="F4E3D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C₄ ENN  (train rot)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97.52%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75488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rotated MNIST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947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C₄ steerable has the better accuracy — meaning the inherited rotational symmetry built into the network does make models perform better at distinguishing rotated data.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General E(2)-Equivariant Steerable CNNs — arxiv.org/abs/1911.08251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COMPLETENESS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Comparisons — ② ③ ④</a:t>
            </a:r>
            <a:endParaRPr lang="en-US" sz="2600" dirty="0"/>
          </a:p>
        </p:txBody>
      </p:sp>
      <p:pic>
        <p:nvPicPr>
          <p:cNvPr id="4" name="Image 0" descr="/home/claude/slides/accuracy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5486400" cy="2194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143000"/>
            <a:ext cx="2788920" cy="11430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89320" y="1143000"/>
            <a:ext cx="64008" cy="1143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188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Train unrot → Test rotated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126480" y="13990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46.59%   vs   C₄ ENN 84.99%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26480" y="16184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learns almost nothing about the rotational feature of digits. C₄ ENN still performs well — it doesn't learn rotation from data, but inherits the rotational symmetry by construction.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989320" y="2377440"/>
            <a:ext cx="2788920" cy="11430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377440"/>
            <a:ext cx="64008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423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Train unrot → Test unrotated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126480" y="2633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99.45%   vs   C₄ ENN 97.91%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26480" y="28529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compulsory group restriction on C₄ ENN reduces learnable parameters — making it slightly less expressive on the standard (unrotated) task.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9320" y="3611880"/>
            <a:ext cx="2788920" cy="11430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89320" y="361188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3657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Train rot → Test unrotated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126480" y="38679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89.66%   vs   C₄ ENN 95.65%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26480" y="40873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Benefiting from built-in symmetry structure, ENN can spend more resource learning the digit itself rather than rotated features. CNN has to separate some resource to learn rotated features by rote.   →  Capacity Dilution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3520440"/>
            <a:ext cx="5440680" cy="1234440"/>
          </a:xfrm>
          <a:prstGeom prst="rect">
            <a:avLst/>
          </a:prstGeom>
          <a:solidFill>
            <a:srgbClr val="F4E3D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611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Dilution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3886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CNN is forced to learn rotational invariance from data, some of its model capacity is spent on memorizing rotation by rote — leaving less capacity for the actual digit-classification task. ENN avoids this by encoding rotational symmetry directly in its structure.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989320" y="4617720"/>
            <a:ext cx="2788920" cy="502920"/>
          </a:xfrm>
          <a:prstGeom prst="rect">
            <a:avLst/>
          </a:prstGeom>
          <a:solidFill>
            <a:srgbClr val="EEF3FF"/>
          </a:solidFill>
          <a:ln w="9525">
            <a:solidFill>
              <a:srgbClr val="5B7EC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99048" y="4690872"/>
            <a:ext cx="2569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NOTE TO REPORTER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099048" y="4910328"/>
            <a:ext cx="2569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2F4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long for 5-min talk — skip or skim.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A PITFALL OF ROTATIONAL ENN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6/9 Problem</a:t>
            </a:r>
            <a:endParaRPr lang="en-US" sz="2600" dirty="0"/>
          </a:p>
        </p:txBody>
      </p:sp>
      <p:pic>
        <p:nvPicPr>
          <p:cNvPr id="4" name="Image 0" descr="/home/claude/slides/six_nine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7548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ENN fails here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0" y="16459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 with rotational symmetry can only learn </a:t>
            </a:r>
            <a:pPr indent="0" marL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sense of rotation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sense of rotation, 6 and 9 look alike.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it is easy for an ENN to mistake 6 for 9.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3520440"/>
            <a:ext cx="8229600" cy="868680"/>
          </a:xfrm>
          <a:prstGeom prst="rect">
            <a:avLst/>
          </a:prstGeom>
          <a:solidFill>
            <a:srgbClr val="F4E3DF"/>
          </a:solidFill>
          <a:ln w="9525">
            <a:solidFill>
              <a:srgbClr val="D9B4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584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Footnote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38404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generalizes to other digits (e.g. 5 and 7), to tasks beyond digit classification, and to broader symmetry groups beyond rotation.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General E(2)-Equivariant Steerable CNNs — arxiv.org/abs/1911.08251 (chap. 2)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Group Restriction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 </a:t>
            </a:r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C₄ structure in the first 5 layers (same as traditional C₄ ENN — invariant under 90°, 180°, 270°, 360° rotation), then restrict the group to the trivial group {e} in the 6th layer (no symmetry restriction).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Traditional C₄ ENN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868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2468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19072" y="2468880"/>
            <a:ext cx="868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19072" y="2468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42032" y="2468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98064" y="2468880"/>
            <a:ext cx="868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2468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21024" y="2468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77056" y="2468880"/>
            <a:ext cx="868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2468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L₃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0016" y="2468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56048" y="2468880"/>
            <a:ext cx="868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468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79008" y="2468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2468880"/>
            <a:ext cx="868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468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468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14032" y="2468880"/>
            <a:ext cx="868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2468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L₆ (out)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28803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⇔ output : C₄ operation invariant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154680"/>
            <a:ext cx="8229600" cy="1143000"/>
          </a:xfrm>
          <a:prstGeom prst="rect">
            <a:avLst/>
          </a:prstGeom>
          <a:solidFill>
            <a:srgbClr val="F4E3D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Refined C₄|{e} ENN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3611880"/>
            <a:ext cx="868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611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63040" y="3611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719072" y="3611880"/>
            <a:ext cx="868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19072" y="3611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42032" y="3611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98064" y="3611880"/>
            <a:ext cx="868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98064" y="3611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21024" y="3611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877056" y="3611880"/>
            <a:ext cx="868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77056" y="3611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L₃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0016" y="3611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956048" y="3611880"/>
            <a:ext cx="868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3611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79008" y="3611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035040" y="3611880"/>
            <a:ext cx="868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3611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L₅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58000" y="3611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114032" y="3611880"/>
            <a:ext cx="868680" cy="411480"/>
          </a:xfrm>
          <a:prstGeom prst="rect">
            <a:avLst/>
          </a:prstGeom>
          <a:solidFill>
            <a:srgbClr val="B85042"/>
          </a:solidFill>
          <a:ln w="6350">
            <a:solidFill>
              <a:srgbClr val="B850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14032" y="3611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L₆ (out)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" y="4069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⇔ L₅ : C₄ operation invariant     </a:t>
            </a:r>
            <a:pPr indent="0" marL="0">
              <a:buNone/>
            </a:pPr>
            <a:r>
              <a:rPr lang="en-US" sz="9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</a:t>
            </a:r>
            <a:pPr indent="0" marL="0">
              <a:buNone/>
            </a:pPr>
            <a:r>
              <a:rPr lang="en-US" sz="9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L₅ ⇔ L₆ : {e} operation invariant (group restriction C₄ → {e})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Footnote ① </a:t>
            </a:r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we also need to claim the representation of the group, and there is a fully-connected classifier at the end — omitted here for simplicity.   </a:t>
            </a:r>
            <a:pPr indent="0" marL="0">
              <a:buNone/>
            </a:pPr>
            <a:r>
              <a:rPr lang="en-US" sz="9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Footnote ② </a:t>
            </a:r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details on group restriction, see ref chap. 2.7.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WHY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Perspective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layers, different scales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76479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709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layer = broader receptive field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98424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deeper a layer is, the broader its receptive field.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depth ↔ different scale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76148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different symmetries between layers of different depth is essentially requiring different symmetries at different scales.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Sacrifice large scale, keep small scale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5387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C₄|{e}, we sacrifice the large-scale symmetry while maintaining the small-scale C₄ symmetry.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restriction is a technique to mitigate the 6/9 problem.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EEF3FF"/>
          </a:solidFill>
          <a:ln w="9525">
            <a:solidFill>
              <a:srgbClr val="5B7E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736592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NOTE TO REPORTER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4956048"/>
            <a:ext cx="8010144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2F4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timing: reporter can skim the technical parts — focus on the intro and the result. (Ref chap. 2.7 for full details.)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6/9 Confusion Probability</a:t>
            </a:r>
            <a:endParaRPr lang="en-US" sz="2600" dirty="0"/>
          </a:p>
        </p:txBody>
      </p:sp>
      <p:pic>
        <p:nvPicPr>
          <p:cNvPr id="4" name="Image 0" descr="/home/claude/slides/confusion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512064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0" y="1691640"/>
            <a:ext cx="3108960" cy="777240"/>
          </a:xfrm>
          <a:prstGeom prst="rect">
            <a:avLst/>
          </a:prstGeom>
          <a:solidFill>
            <a:srgbClr val="F5F7FB"/>
          </a:solidFill>
          <a:ln w="6350">
            <a:solidFill>
              <a:srgbClr val="D6DE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0" y="1691640"/>
            <a:ext cx="73152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7465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C₄ ENN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680960" y="17282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4.68%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06440" y="20574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Suffers from the 6/9 problem.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2560320"/>
            <a:ext cx="3108960" cy="777240"/>
          </a:xfrm>
          <a:prstGeom prst="rect">
            <a:avLst/>
          </a:prstGeom>
          <a:solidFill>
            <a:srgbClr val="F5F7FB"/>
          </a:solidFill>
          <a:ln w="6350">
            <a:solidFill>
              <a:srgbClr val="D6DE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0" y="2560320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2615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C₄|{e}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80960" y="259689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806440" y="2926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restriction eliminates it.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429000"/>
            <a:ext cx="3108960" cy="777240"/>
          </a:xfrm>
          <a:prstGeom prst="rect">
            <a:avLst/>
          </a:prstGeom>
          <a:solidFill>
            <a:srgbClr val="F5F7FB"/>
          </a:solidFill>
          <a:ln w="6350">
            <a:solidFill>
              <a:srgbClr val="D6DE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3429000"/>
            <a:ext cx="731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34838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CNN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680960" y="346557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806440" y="3794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have rotational symmetry, so no confusion.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4526280"/>
            <a:ext cx="8229600" cy="548640"/>
          </a:xfrm>
          <a:prstGeom prst="rect">
            <a:avLst/>
          </a:prstGeom>
          <a:solidFill>
            <a:srgbClr val="F4E3DF"/>
          </a:solidFill>
          <a:ln w="9525">
            <a:solidFill>
              <a:srgbClr val="D9B4A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572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Footnote   </a:t>
            </a:r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6/9 problem in traditional C₄ ENN is not too severe in practice — handwritten 6 and 9 still have differences beyond pure rotation. But C₄|{e} and CNN don't have the problem at all.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TECHNICAL SECTION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1828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08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chapter references in this section point to: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E(2)-Equivariant Steerable CNNs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Maurice Weiler, Gabriele Cesa  ·  NeurIPS 2019</a:t>
            </a:r>
            <a:endParaRPr lang="en-US" sz="12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77240" y="2697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https://arxiv.org/abs/1911.08251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chapters cited in this section: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Chapter 2.8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rationale for choosing the C₄ group on the ℤ² grid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Chapter 2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inherent rotational features of C₄ ENN constructions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Chapter 2.7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details of group restriction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Equivariant Neural Networks — Experimental Results</dc:title>
  <dc:subject>PptxGenJS Presentation</dc:subject>
  <dc:creator>Technical Section</dc:creator>
  <cp:lastModifiedBy>Technical Section</cp:lastModifiedBy>
  <cp:revision>1</cp:revision>
  <dcterms:created xsi:type="dcterms:W3CDTF">2026-05-23T16:37:14Z</dcterms:created>
  <dcterms:modified xsi:type="dcterms:W3CDTF">2026-05-23T16:37:14Z</dcterms:modified>
</cp:coreProperties>
</file>